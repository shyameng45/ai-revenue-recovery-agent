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REVENUE RECOVERY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failed payments, diagnosing why, and recovering revenue automatically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5029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  |  AI Revenue Recovery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Shyamji Dubey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CSIT, KIET Group of Institutions</a:t>
            </a:r>
            <a:endParaRPr lang="en-US" sz="1100" dirty="0"/>
          </a:p>
        </p:txBody>
      </p:sp>
      <p:pic>
        <p:nvPicPr>
          <p:cNvPr id="9" name="Image 0" descr="/home/claude/pptx/icon_zap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8229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payments fail silently — and revenue leaks quietly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60320" cy="4206240"/>
          </a:xfrm>
          <a:prstGeom prst="roundRect">
            <a:avLst>
              <a:gd name="adj" fmla="val 3571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/icon_c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fail for many reasons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cards, insufficient funds, and bank declines interrupt recurring subscription charges every day.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874520"/>
            <a:ext cx="2560320" cy="4206240"/>
          </a:xfrm>
          <a:prstGeom prst="roundRect">
            <a:avLst>
              <a:gd name="adj" fmla="val 3571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/icon_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331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aren't tracked at scale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8862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can't manually monitor every failed payment across thousands of subscribers.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874520"/>
            <a:ext cx="2560320" cy="4206240"/>
          </a:xfrm>
          <a:prstGeom prst="roundRect">
            <a:avLst>
              <a:gd name="adj" fmla="val 3571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/icon_messa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3317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don't even know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38862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customers only realize their payment failed once their service is already cut off.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69680" y="1874520"/>
            <a:ext cx="2560320" cy="4206240"/>
          </a:xfrm>
          <a:prstGeom prst="roundRect">
            <a:avLst>
              <a:gd name="adj" fmla="val 3571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98280" y="21945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x/icon_tren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3317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30632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leaks silently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98280" y="38862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systematic recovery process, this failed revenue is simply written off month after month.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detects, diagnoses, and recovers —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ptx/icon_alert_0B2E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failed subscription payments and classifies each as soft-fail (retry-worthy) or hard-fail (needs new card).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482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ptx/icon_cpu_0B2E3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3774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154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DIAGNOSE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reasons about why the payment likely failed and decides the right recovery action.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4360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1802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/home/claude/pptx/icon_refresh_0B2E3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3774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154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RECOVER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smart retries for soft fails, and sends a warm, natural Hinglish reminder for hard fails.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68680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869680" y="1920240"/>
            <a:ext cx="2514600" cy="4114800"/>
          </a:xfrm>
          <a:prstGeom prst="roundRect">
            <a:avLst>
              <a:gd name="adj" fmla="val 3636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761220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/home/claude/pptx/icon_check_0B2E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0" y="237744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52560" y="31546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052560" y="361188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recorded in a full audit trail, with dashboard metrics on money recovered.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explainable pipeline — not a black box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x/icon_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+ REST API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22402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x/icon_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3957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9496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payments, audit log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4FBFA"/>
          </a:solidFill>
          <a:ln w="12700">
            <a:solidFill>
              <a:srgbClr val="DCEE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83880" y="22402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x/icon_z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3957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05256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diagnosis + Hinglish messaging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4297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synthetic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624328" y="429768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2852928" y="4297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24" name="Text 19"/>
          <p:cNvSpPr/>
          <p:nvPr/>
        </p:nvSpPr>
        <p:spPr>
          <a:xfrm>
            <a:off x="2944368" y="4297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classify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837176" y="429768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065776" y="4297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2C39A"/>
          </a:solidFill>
          <a:ln/>
        </p:spPr>
      </p:sp>
      <p:sp>
        <p:nvSpPr>
          <p:cNvPr id="27" name="Text 22"/>
          <p:cNvSpPr/>
          <p:nvPr/>
        </p:nvSpPr>
        <p:spPr>
          <a:xfrm>
            <a:off x="5157216" y="4297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+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message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050024" y="429768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7278624" y="4297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30" name="Text 25"/>
          <p:cNvSpPr/>
          <p:nvPr/>
        </p:nvSpPr>
        <p:spPr>
          <a:xfrm>
            <a:off x="7370064" y="4297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retry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262872" y="4297680"/>
            <a:ext cx="320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9491472" y="429768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33" name="Text 28"/>
          <p:cNvSpPr/>
          <p:nvPr/>
        </p:nvSpPr>
        <p:spPr>
          <a:xfrm>
            <a:off x="9582912" y="4297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7C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 exposed via REST API: /api/queue · /api/recover · /api/simulate-outcomes · /api/metrics · /api/audit-trail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Demo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synthetic customers · 18 failed payments · agent run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₹54,882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286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₹22,692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286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63640" y="32461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0F3A40"/>
          </a:solidFill>
          <a:ln w="12700">
            <a:solidFill>
              <a:srgbClr val="1B4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2860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32461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actions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0F3A40"/>
          </a:solidFill>
          <a:ln w="15875">
            <a:solidFill>
              <a:srgbClr val="02C39A"/>
            </a:solidFill>
            <a:prstDash val="solid"/>
          </a:ln>
        </p:spPr>
      </p:sp>
      <p:pic>
        <p:nvPicPr>
          <p:cNvPr id="17" name="Image 0" descr="/home/claude/pptx/icon_message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0916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0876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recovery message (Hinglish)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08760" y="498348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"Hey Karan, aapka Basic Monthly payment of ₹299 failed due to insufficient funds. Please check your card balance or add a new card to keep enjoying the service. Thanks!"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Stands 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pptx/icon_mess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39112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874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Hinglish, not robotic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23774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messages read like a real person texting — building trust instead of feeling like a collections notice.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920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pptx/icon_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3911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874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a black box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086600" y="23774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diagnosis and action is logged in a full audit trail — nothing happens silently.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977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/home/claude/pptx/icon_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9651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931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with stopping rules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44348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Soft-fail payments get up to 3 automatic retries, then escalate — the agent doesn't retry forever.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39776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pptx/icon_tren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096512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39319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impact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086600" y="443484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and amount recovered are tracked as concrete, reportable metrics.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Revenue Recovery Agent — turning failed payments into recovered revenue</a:t>
            </a:r>
            <a:endParaRPr lang="en-US" sz="1500" dirty="0"/>
          </a:p>
        </p:txBody>
      </p:sp>
      <p:pic>
        <p:nvPicPr>
          <p:cNvPr id="4" name="Image 0" descr="/home/claude/pptx/icon_github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github.com/shyameng45/ai-revenue-recovery-agent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Shyamji Dubey  |  B.Tech CSIT, KIET Group of Institutions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2026-08-22T18:07:29Z</dcterms:created>
  <dcterms:modified xsi:type="dcterms:W3CDTF">2026-08-22T18:07:29Z</dcterms:modified>
</cp:coreProperties>
</file>